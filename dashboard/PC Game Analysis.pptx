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4808BA36-BE01-432B-8AFF-147ACF9C3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55" y="0"/>
            <a:ext cx="1043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臻哲 包</cp:lastModifiedBy>
  <cp:revision>1</cp:revision>
  <dcterms:created xsi:type="dcterms:W3CDTF">2026-07-19T20:14:45Z</dcterms:created>
  <dcterms:modified xsi:type="dcterms:W3CDTF">2026-07-19T20:14:52Z</dcterms:modified>
</cp:coreProperties>
</file>